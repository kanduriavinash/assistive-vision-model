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While YOLO just detects objects, our BLIP Vision-Language model acts as the system's brain. It allows the blind user to pause and ask complex questions about their environment. We integrated a voice-activated Q&amp;A system where the user speaks, and the AI generates a context-aware sentence.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The Multimodal Fusion Engine is the traffic cop of our system. It takes the bounding boxes from YOLO, matches them with the pixel intensity from the Depth model, and decides how dangerous the obstacle is. It prioritizes Critical hazards and suppresses duplicate alerts so the user isn't overwhelmed by overlapping audio.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Our final stage is Model 6, the Neural Text-to-Speech engine. Because blind users rely entirely on audio, we optimized this TTS to run with extremely low latency over a local Wi-Fi bridge to their smartphone. It uses smart cooldown timers so it speaks smoothly, providing true hands-free navigation.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5: Vision-Language Intelligence (BLIP)</a:t>
            </a:r>
          </a:p>
        </p:txBody>
      </p:sp>
      <p:sp>
        <p:nvSpPr>
          <p:cNvPr id="3" name="Content Placeholder 2"/>
          <p:cNvSpPr>
            <a:spLocks noGrp="1"/>
          </p:cNvSpPr>
          <p:nvPr>
            <p:ph idx="1"/>
          </p:nvPr>
        </p:nvSpPr>
        <p:spPr/>
        <p:txBody>
          <a:bodyPr/>
          <a:lstStyle/>
          <a:p>
            <a:r>
              <a:t>Utilizes BLIP Vision-Language Transformer architecture.</a:t>
            </a:r>
          </a:p>
          <a:p>
            <a:r>
              <a:t>Upgrades basic detection to full contextual scene understanding.</a:t>
            </a:r>
          </a:p>
          <a:p>
            <a:r>
              <a:t>Processes raw image pixels alongside user voice prompts.</a:t>
            </a:r>
          </a:p>
          <a:p>
            <a:r>
              <a:t>Enables interactive Voice-to-Text Q&amp;A for the blind user.</a:t>
            </a:r>
          </a:p>
          <a:p>
            <a:r>
              <a:t>Generates complete, natural English sentences natively.</a:t>
            </a:r>
          </a:p>
          <a:p>
            <a:r>
              <a:t>Resolves complex spatial queries (e.g., "Is this seat empty?").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Core: Multimodal Fusion Engine</a:t>
            </a:r>
          </a:p>
        </p:txBody>
      </p:sp>
      <p:sp>
        <p:nvSpPr>
          <p:cNvPr id="3" name="Content Placeholder 2"/>
          <p:cNvSpPr>
            <a:spLocks noGrp="1"/>
          </p:cNvSpPr>
          <p:nvPr>
            <p:ph idx="1"/>
          </p:nvPr>
        </p:nvSpPr>
        <p:spPr/>
        <p:txBody>
          <a:bodyPr/>
          <a:lstStyle/>
          <a:p>
            <a:r>
              <a:t>Acts as the system's central intelligent hub.</a:t>
            </a:r>
          </a:p>
          <a:p>
            <a:r>
              <a:t>Synchronizes Object (YOLO), Depth, and Text (OCR) data.</a:t>
            </a:r>
          </a:p>
          <a:p>
            <a:r>
              <a:t>Maps 2D bounding boxes directly to 3D depth pixels.</a:t>
            </a:r>
          </a:p>
          <a:p>
            <a:r>
              <a:t>Calculates exact proximity to assign hazard priority levels.</a:t>
            </a:r>
          </a:p>
          <a:p>
            <a:r>
              <a:t>Tags all obstacles strictly as SAFE, CLOSE, or CRITICAL.</a:t>
            </a:r>
          </a:p>
          <a:p>
            <a:r>
              <a:t>Suppresses duplicate warnings to prevent audio spam.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6: Neural TTS &amp; Edge Delivery</a:t>
            </a:r>
          </a:p>
        </p:txBody>
      </p:sp>
      <p:sp>
        <p:nvSpPr>
          <p:cNvPr id="3" name="Content Placeholder 2"/>
          <p:cNvSpPr>
            <a:spLocks noGrp="1"/>
          </p:cNvSpPr>
          <p:nvPr>
            <p:ph idx="1"/>
          </p:nvPr>
        </p:nvSpPr>
        <p:spPr/>
        <p:txBody>
          <a:bodyPr/>
          <a:lstStyle/>
          <a:p>
            <a:r>
              <a:t>Converts fused JSON text data into real-time audio.</a:t>
            </a:r>
          </a:p>
          <a:p>
            <a:r>
              <a:t>Utilizes high-speed Neural Text-to-Speech synthesis.</a:t>
            </a:r>
          </a:p>
          <a:p>
            <a:r>
              <a:t>Employs intelligent, state-based audio-cooldown timers.</a:t>
            </a:r>
          </a:p>
          <a:p>
            <a:r>
              <a:t>Operates seamlessly via local Wi-Fi API bridging.</a:t>
            </a:r>
          </a:p>
          <a:p>
            <a:r>
              <a:t>Maintains strict low-latency edge device performance.</a:t>
            </a:r>
          </a:p>
          <a:p>
            <a:r>
              <a:t>Delivers completely hands-free, wearable blind navigation.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