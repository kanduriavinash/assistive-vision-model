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As seen in our Phase 1 planned goals, we successfully integrated a Vision-Language Model. While YOLO just detects objects, BLIP acts as the brain. It allows the blind user to pause and ask complex questions using their voice, and the AI generates a context-aware sentence in return.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This is the traffic cop of our upgraded system. It takes bounding boxes from YOLO, matches them with pixel intensity from the Depth model, and decides the hazard level. It prioritizes Critical hazards and suppresses duplicate alerts so the user isn't overwhelmed by overlapping audio.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To fulfill our final Phase 2 goal of mobile deployment, we built a local Wi-Fi API bridge. Because blind users rely entirely on audio, we optimized this Neural TTS to run with extremely low latency, turning the user's smartphone into a completely hands-free wearable sensor.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We have successfully transformed our Phase 1 prototype into a fully unified, real-time edge application. We will now demonstrate the system live. I am placing my smartphone in my pocket to act as the user's camera, and we will show you all 6 models working together in real-time.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5 — Vision-Language Intelligence (VQA)</a:t>
            </a:r>
          </a:p>
        </p:txBody>
      </p:sp>
      <p:sp>
        <p:nvSpPr>
          <p:cNvPr id="3" name="Content Placeholder 2"/>
          <p:cNvSpPr>
            <a:spLocks noGrp="1"/>
          </p:cNvSpPr>
          <p:nvPr>
            <p:ph idx="1"/>
          </p:nvPr>
        </p:nvSpPr>
        <p:spPr/>
        <p:txBody>
          <a:bodyPr/>
          <a:lstStyle/>
          <a:p>
            <a:r>
              <a:t>Fulfills Phase 2 goal: Deep Contextual Understanding</a:t>
            </a:r>
          </a:p>
          <a:p>
            <a:r>
              <a:t>Integrates the BLIP Vision-Language Transformer.</a:t>
            </a:r>
          </a:p>
          <a:p>
            <a:r>
              <a:t>Upgrades basic object detection to semantic scene understanding.</a:t>
            </a:r>
          </a:p>
          <a:p>
            <a:r>
              <a:t>Enables Voice-to-Text interactive Q&amp;A for the user.</a:t>
            </a:r>
          </a:p>
          <a:p>
            <a:r>
              <a:t>Processes raw camera pixels alongside voice prompts.</a:t>
            </a:r>
          </a:p>
          <a:p>
            <a:r>
              <a:t>Generates context-aware, natural English sentences.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Enhanced Multimodal Fusion Engine</a:t>
            </a:r>
          </a:p>
        </p:txBody>
      </p:sp>
      <p:sp>
        <p:nvSpPr>
          <p:cNvPr id="3" name="Content Placeholder 2"/>
          <p:cNvSpPr>
            <a:spLocks noGrp="1"/>
          </p:cNvSpPr>
          <p:nvPr>
            <p:ph idx="1"/>
          </p:nvPr>
        </p:nvSpPr>
        <p:spPr/>
        <p:txBody>
          <a:bodyPr/>
          <a:lstStyle/>
          <a:p>
            <a:r>
              <a:t>Acts as the system's central intelligent decision hub.</a:t>
            </a:r>
          </a:p>
          <a:p>
            <a:r>
              <a:t>Fuses Object (YOLO), Depth, Text (OCR), and VQA data.</a:t>
            </a:r>
          </a:p>
          <a:p>
            <a:r>
              <a:t>Translates 2D bounding boxes into 3D physical proximity.</a:t>
            </a:r>
          </a:p>
          <a:p>
            <a:r>
              <a:t>Assigns strict hazard levels: SAFE, CLOSE, or CRITICAL.</a:t>
            </a:r>
          </a:p>
          <a:p>
            <a:r>
              <a:t>Filters duplicate detections to prevent audio overload.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6 — Neural TTS &amp; Edge Deployment</a:t>
            </a:r>
          </a:p>
        </p:txBody>
      </p:sp>
      <p:sp>
        <p:nvSpPr>
          <p:cNvPr id="3" name="Content Placeholder 2"/>
          <p:cNvSpPr>
            <a:spLocks noGrp="1"/>
          </p:cNvSpPr>
          <p:nvPr>
            <p:ph idx="1"/>
          </p:nvPr>
        </p:nvSpPr>
        <p:spPr/>
        <p:txBody>
          <a:bodyPr/>
          <a:lstStyle/>
          <a:p>
            <a:r>
              <a:t>Fulfills Phase 2 goal: Edge / Mobile Deployment</a:t>
            </a:r>
          </a:p>
          <a:p>
            <a:r>
              <a:t>Converts fused JSON hazard warnings into real-time audio.</a:t>
            </a:r>
          </a:p>
          <a:p>
            <a:r>
              <a:t>Deployed via local cross-network HTTP API bridge.</a:t>
            </a:r>
          </a:p>
          <a:p>
            <a:r>
              <a:t>Transforms a standard smartphone into a wearable sensor.</a:t>
            </a:r>
          </a:p>
          <a:p>
            <a:r>
              <a:t>Employs state-based audio cooldown timers.</a:t>
            </a:r>
          </a:p>
          <a:p>
            <a:r>
              <a:t>Maintains strict low-latency edge device performance.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Final System Output &amp; Live Demonstration</a:t>
            </a:r>
          </a:p>
        </p:txBody>
      </p:sp>
      <p:sp>
        <p:nvSpPr>
          <p:cNvPr id="3" name="Content Placeholder 2"/>
          <p:cNvSpPr>
            <a:spLocks noGrp="1"/>
          </p:cNvSpPr>
          <p:nvPr>
            <p:ph idx="1"/>
          </p:nvPr>
        </p:nvSpPr>
        <p:spPr/>
        <p:txBody>
          <a:bodyPr/>
          <a:lstStyle/>
          <a:p>
            <a:r>
              <a:t>All Phase 2 objectives have been successfully implemented.</a:t>
            </a:r>
          </a:p>
          <a:p>
            <a:r>
              <a:t>Seamlessly bridges local inference with mobile UI.</a:t>
            </a:r>
          </a:p>
          <a:p>
            <a:r>
              <a:t>Provides true hands-free, interactive blind navigation.</a:t>
            </a:r>
          </a:p>
          <a:p/>
          <a:p>
            <a:r>
              <a:t>Switching to Live Mobile Camera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