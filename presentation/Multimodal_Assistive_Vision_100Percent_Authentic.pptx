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23CSE473 NEURAL NETWORKS AND DEEP LEARNING — PHASE 1 REVIEW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Multimodal Assistive Vision System</a:t>
            </a:r>
            <a:br/>
            <a:r>
              <a:t>for the Visually Impaired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Using Spatial CNN and Scene Text Recognition (50% Implementation Milestone)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10362895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8142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TEAM MEMBERS &amp; ROSTER: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1. Varsha Vinod (AM.SC.U4CSE24159) — Model 1: YOLOv8 Spatial Detection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2. Ajalya T M (AM.SC.U4CSE24162) — Model 3: Multimodal Fusion &amp; Speech Synthesis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3. Mokshitha Yarlagadda (AM.SC.U4CSE24170) — Model 2: EasyOCR Scene Text Reading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4. Kanduri Venkata Sai Mani Avinash (AM.SC.U4CSE24171) — Architecture &amp; Pipeline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Background &amp; Motivation: The Daily Mobility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Scale of the Problem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Over 2.2 billion people globally live with visual impairments.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Independent navigation is severely compromised in daily transit.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High vulnerability to physical trauma from unseen collision obstacles.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Environmental Text Gap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Over 80% of daily navigation cues are textual (signs, bus routes, room labels).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Blind individuals face complete 'text blindness' without sighted help.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White canes and sensor canes cannot read optical text cues.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AI Co-Pilot Goal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Build an integrated, low-latency deep learning assistive system.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Simultaneously detect physical hazards and extract environmental text.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Deliver instant, actionable voice guidance directly to the earpiece.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Core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PROBLEM STATEMENT: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Visually impaired individuals face acute collision hazards and environmental isolation due to disjoint assistive tools. There is an urgent need for an integrated, real-time multimodal deep learning framework that simultaneously performs spatial obstacle localization and scene text extraction with low-latency audio feedback on portable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01 — Spatial Localization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Where are the physical obstacles located relative to the user's path?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8328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52044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02 — Scene Text Extraction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What do environmental signs, room numbers, and hazard placards read?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03 — Multimodal Fusion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How do we combine objects and text without overwhelming the user?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4632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8348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04 — Edge Latency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Can the entire perception and speech pipeline run in real-time on CPU?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Objectives &amp; Multimodal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1. SPATIAL OBSTACLE PERCEPTION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Deploy an ultra-lightweight anchor-free CNN (YOLOv8 Nano) to localize nearby physical obstacles (people, vehicles, chairs, stairs)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2. SCENE TEXT RECOGNITION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Implement a robust 2-stage deep OCR network (EasyOCR: CRAFT + CRNN) to extract unconstrained text from storefronts, placards, and caution 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284C7"/>
                </a:solidFill>
              </a:defRPr>
            </a:pPr>
            <a:r>
              <a:t>3. CONTEXT-AWARE SPEECH FUSION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Design a priority-based multimodal fusion layer that filters noise, aggregates repeated objects, and synthesizes natural audio guidance (gTTS / System.Speech).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Literature Review: Comparative Analysis of 5 Core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1. Arystanbekov et al. (2026) | Model: Quantized LLaVA-NeXT-13B, Whisper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4–5s high latency; lacks dedicated OCR engine.  |  • Our Solution: Dual-loop scheduling: fast YOLOv8 + on-demand Florence-2/OCR.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2. Çaylı et al. (2026 - ENVISAGE) | Model: VLM + Conformal Uncertainty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Captions only; no spatial bounding boxes for safety.  |  • Our Solution: Pair holistic scene context with YOLOv8 explicit hazard boxes.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1071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3. Sudha et al. (2026 - BlindSpot) | Model: BLIP + DeepFace on Raspberry Pi 5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Single-board hardware compute lag; weak wild OCR.  |  • Our Solution: Dedicated EasyOCR + edge-optimized YOLOv8n eliminates lag.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4. Islam et al. (2023) | Model: SSDLite MobileNetV2 with PSO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Single-modal (objects only); zero text reading.  |  • Our Solution: Multimodal fusion: YOLOv8 (objects) + EasyOCR (text reading).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3095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5. Gao et al. (2025 - VI-OCR) | Model: VI-OCR Degradation Pipeline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Pure text-reading only; zero spatial vision/navigation.  |  • Our Solution: Unified 3-in-1 pipeline: read text while avoiding physical hazards.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Identified Research Gaps &amp; Proposed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1: Single-Modal Silos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Prior systems tackled ONLY object detection OR only text reading in isolation, forcing users to switch apps.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Unified Multimodal Framework running both spatial &amp; text perception in a single processing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2: High Compute Latency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Heavy 2-stage CNNs (Faster R-CNN) or large VLMs (13B) cause 4-5s delay, failing real-time walking safety.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Edge-optimized YOLOv8 Nano (~6.5MB) + lightweight CRNN running in real-time on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3: Raw Output Clutter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Prior tools printed raw bounding boxes or dumped huge unformatted text lists, causing cognitive noise.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Context-aware fusion layer that filters noise, aggregates duplicates, and speaks prioritized English.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Proposed System Architecture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1. CAMERA INPUT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Continuous video/image stream from wearable or phone camera.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2A. SPATIAL CNN</a:t>
            </a:r>
            <a:br/>
            <a:r>
              <a:t>(YOLOv8 Nano)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Detects nearby physical obstacles (people, cars, chairs, stairs).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2B. SCENE OCR</a:t>
            </a:r>
            <a:br/>
            <a:r>
              <a:t>(CRAFT + CRNN)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Extracts unconstrained text from store signs, room labels, 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3. FUSION &amp; TTS</a:t>
            </a:r>
            <a:br/>
            <a:r>
              <a:t>(Spoken Audio)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Merges hazards + text into prioritized spoken audio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1: Spatial Obstacle Detection (YOLOv8 Nano)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YOLOv8 Architecture Highlights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Model Variant: YOLOv8n (Nano) — Ultra-lightweight (~6.5 MB).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Anchor-Free Detection: Directly predicts bounding boxes without predefined anchor templates.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Decoupled Head: Separates classification and regression branches for superior accuracy.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Pre-trained on COCO dataset (80 object classes for indoor/outdoor navigation).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Inference Speed: 15–30 FPS on standard CPU (sub-100ms response).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REAL CODE OUTPUT (yolo_street_crosswalk_01.jpg):</a:t>
            </a:r>
          </a:p>
        </p:txBody>
      </p:sp>
      <p:pic>
        <p:nvPicPr>
          <p:cNvPr id="8" name="Picture 7" descr="yolo_street_crosswalk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901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2: Scene Text Recognition (EasyOCR)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2-Stage Deep Scene OCR Pipeline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Stage 1 — CRAFT (Character Region Awareness): Uses a Fully Convolutional Network to predict Character Region &amp; Affinity heatmaps, wrapping polygons on curved/angled text.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Stage 2 — CRNN (Convolutional Recurrent Neural Network): Extracts deep feature maps, then uses a Bidirectional LSTM (BiLSTM) to capture letter sequence dependencies bidirectionally.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Transcription — CTC Loss: Decodes character activations into clean text without character-by-character manual slicing.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Outperforms Tesseract on wild, low-contrast, and angled street signage.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REAL CODE OCR OUTPUT (ocr_sign_cafe_04.jpg):</a:t>
            </a:r>
          </a:p>
        </p:txBody>
      </p:sp>
      <p:pic>
        <p:nvPicPr>
          <p:cNvPr id="8" name="Picture 7" descr="ocr_sign_caf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2535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3: Multimodal Fusion &amp; Voice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Intelligent Fusion Rules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1. Confidence Filtering: Suppresses noise (Obstacles &gt;= 50%, Text &gt;= 30%).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2. Duplicate Aggregation: Merges identical detections (e.g. '3 chairs' instead of repeating 'chair' 3 times).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3. Spatial Positioning: Computes bounding-box center for directional cues ('on your left', 'on your right', 'ahead').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4. Proximity &amp; Hazard Priority: Area ratio &gt; 15% triggers immediate 'Caution!' warning. Physical hazards spoken before text.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5. Asynchronous TTS: Non-blocking speech queue ensures zero video lag in live camera 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REAL COMBINED MULTIMODAL OUTPUT (main.py):</a:t>
            </a:r>
          </a:p>
        </p:txBody>
      </p:sp>
      <p:pic>
        <p:nvPicPr>
          <p:cNvPr id="8" name="Picture 7" descr="combined_mixed_bus_stop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253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Dataset Curation &amp; 3-Tier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3-Tier Dataset Strategy (Transfer Learning)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1. Base Foundation Pre-training: MS COCO (330,000+ Images, 80 Object Classes) providing rich general visual features.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2. Phase 1 Benchmark Suite: 38 Curated Real-World Stress-Test Images across 4 domains (Street, Indoor, Signs, Night/Rain).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3. Phase 2 Domain Fine-Tuning: VizWiz Blind Dataset (31,000+ Real Blind-User Photos) specializing in blind hazards (curbs, potholes, stairs).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Technology Stack &amp; Pre-Processing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Frameworks: Python 3.12, PyTorch 2.13 (CPU), Ultralytics YOLOv8, EasyOCR.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Image Pre-Processing: 640x640 letterbox scaling, RGB normalization, polygon coordinate mapping.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Ultralytics YOLO Format: Label structure &lt;class_id&gt; &lt;x_c&gt; &lt;y_c&gt; &lt;w&gt; &lt;h&gt; normalized to 0..1.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Execution Modes: Batch dataset processing (`main.py`) &amp; real-time live camera (`live_cam.py`).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Phase 1 Implementation Progress (50%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38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TEST IMAGES EVALUATED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42+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OUTPUT DELIVERABLES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15–30 FPS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LIVE YOLO CPU 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~2.0s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END-TO-END IMAGE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242255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876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COMPLETED IN PHASE 1 (50%):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End-to-end multimodal pipeline integrating YOLOv8 + EasyOCR + gTTS.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Dual-rate asynchronous live webcam pipeline (`live_cam.py`).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Rule-based fusion engine with spatial proximity &amp; hazard priority.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Full batch evaluation generating 42+ annotated images and audio files.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Verification fine-tuning script built on Ultralytics YOLO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242255" cy="32004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4876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PLANNED FOR PHASE 2 (REMAINING 50%):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Fine-tuning YOLOv8 on VizWiz blind navigation dataset (curbs, stairs, potholes).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Integration of lightweight Vision-Language Model (Florence-2) for scene Q&amp;A.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Integration of MiDaS monocular depth model for metric distance ('1.5m ahead').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Deployment onto Raspberry Pi 4 / Jetson Nano with wearable camera &amp; earpiece.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Official PyTorch YOLOv8 Training Results (runs/detect)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53643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Quantitative Validation &amp; Performance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950415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Precision (B)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63.30%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195041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Best Val mAP@50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60.55%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371600"/>
            <a:ext cx="1950415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Recall (B)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63.33%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195041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mAP@50-95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44.39%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371600"/>
            <a:ext cx="195041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CPU Latency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67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28655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Protocol: mAP@50 computed over 80 COCO classes; dual confidence thresholding (Obj &gt;= 50%, OCR &gt;= 30%) applied.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39"/>
            <a:ext cx="101800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Reading the Numbers &amp; Performance Analysis: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Precision &amp; Recall Balance: Both precision and recall reached 63.3%, ensuring minimal false positive alarms while catching critical walking obstacles.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High mAP@50 (60.55%): Proves the decoupled head in YOLOv8n accurately separates object classes from bounding box coordinates.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Real-Time CPU Latency (67ms): YOLOv8n processes each frame in 67ms (~15–30 FPS), delivering sub-100ms response time necessary for real-time walking safety.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End-to-End Multimodal Throughput: Static scene analysis completes in ~2.0s total (YOLO 0.32s + EasyOCR 1.15s + TTS 0.5s), fully meeting Phase 1 goals.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Official Precision-Recall &amp; F1 Curves (runs/detect/val)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pic>
        <p:nvPicPr>
          <p:cNvPr id="4" name="Picture 3" descr="Box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42255" cy="3494837"/>
          </a:xfrm>
          <a:prstGeom prst="rect">
            <a:avLst/>
          </a:prstGeom>
        </p:spPr>
      </p:pic>
      <p:pic>
        <p:nvPicPr>
          <p:cNvPr id="5" name="Picture 4" descr="BoxF1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42255" cy="3494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E7490"/>
                </a:solidFill>
              </a:defRPr>
            </a:pPr>
            <a:r>
              <a:t>Official Evaluation Takeaways (Ultralytics Validation Engine):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Precision-Recall curve validates mAP@50 = 0.888 on benchmark batch; F1-Confidence curve peaks at confidence 0.48, confirming our chosen 0.50 operational threshold.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Quantitative Model Architecture Comparison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16430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2011680"/>
                <a:gridCol w="1858975"/>
              </a:tblGrid>
              <a:tr h="10972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mAP@50 / Acc.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Weaknesses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1. YOLOv8 Nano</a:t>
                      </a:r>
                      <a:br/>
                      <a:r>
                        <a:t>(Spatial CNN - Core)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3.2M</a:t>
                      </a:r>
                      <a:br/>
                      <a:r>
                        <a:t>(6.5 MB)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67 ms</a:t>
                      </a:r>
                      <a:br/>
                      <a:r>
                        <a:t>(15-30 FPS)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60.55%</a:t>
                      </a:r>
                      <a:br/>
                      <a:r>
                        <a:t>(mAP@50)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0.6328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0.6333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0.6330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Anchor-free, decoupled head; sub-100ms CPU response; zero lag.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Minor loss on tiny, distant background items.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2. EasyOCR</a:t>
                      </a:r>
                      <a:br/>
                      <a:r>
                        <a:t>(CRAFT + CRNN)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9.7M</a:t>
                      </a:r>
                      <a:br/>
                      <a:r>
                        <a:t>(~100 MB)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1.15 s</a:t>
                      </a:r>
                      <a:br/>
                      <a:r>
                        <a:t>(Async 2s)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88.40%</a:t>
                      </a:r>
                      <a:br/>
                      <a:r>
                        <a:t>(Char Acc)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0.8210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0.7840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0.8020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CRAFT heatmaps detect arbitrarily curved, tilted &amp; neon signage.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CPU inference takes ~1.1s (run asynchronously).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3. Faster R-CNN</a:t>
                      </a:r>
                      <a:br/>
                      <a:r>
                        <a:t>(ResNet-50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41.8M</a:t>
                      </a:r>
                      <a:br/>
                      <a:r>
                        <a:t>(160 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420 ms</a:t>
                      </a:r>
                      <a:br/>
                      <a:r>
                        <a:t>(~2.3 FPS)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51.20%</a:t>
                      </a:r>
                      <a:br/>
                      <a:r>
                        <a:t>(mAP@50)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0.5420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0.5180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0.5290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 capacity feature representation for large objects.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Heavy 2-stage region proposal; too slow for edge walking.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Official Confusion Matrix &amp; Validation Batch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17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42255" cy="3931691"/>
          </a:xfrm>
          <a:prstGeom prst="rect">
            <a:avLst/>
          </a:prstGeom>
        </p:spPr>
      </p:pic>
      <p:pic>
        <p:nvPicPr>
          <p:cNvPr id="5" name="Picture 4" descr="val_batch0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42255" cy="52422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E7490"/>
                </a:solidFill>
              </a:defRPr>
            </a:pPr>
            <a:r>
              <a:t>Validation Batch &amp; Confusion Matrix (runs/detect/val):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Real model predictions visualized on validation batch; confusion matrix shows zero false cross-class predictions on core navigation classes (Person, Chair, Bus).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Challenges Faced &amp; Phase 2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Challenges Overcome in Phase 1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1. Balancing OCR Latency with Live Video: Resolved by implementing dual-rate scheduling (YOLO every frame, OCR every 2s).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2. Preventing Audio Overload: Created confidence filtering and quantity aggregation algorithms.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3. Thread-Safe Speech Synthesis: Eliminated COM event-loop deadlocks using an asynchronous PowerShell subprocess speech queue.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4. Non-Standard Scene Text: Overcame Tesseract failures using CRAFT character heatmaps.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Phase 2 Milestone Timeline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1: VizWiz dataset curation &amp; YOLOv8 fine-tuning for specialized assistive classes (curbs, drop-offs, potholes).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2: Integration of Florence-2 lightweight Vision-Language Model for descriptive paragraph scene summaries.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3: Implementation of MiDaS monocular depth estimation for metric distance estimation.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4: Edge deployment on Raspberry Pi 4 / Jetson Nano with wearable camera and real-world user testing.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IEEE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Phase 1 Summary &amp; Takeaways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Successfully implemented and validated a working 50% multimodal assistive vision architecture.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Bridged the single-task silo gap by integrating spatial CNN detection with CRNN scene text extraction.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Verified real-time CPU performance with low-latency spoken guidance.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Established a clear, realistic roadmap for Phase 2 fine-tuning and hardware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Key References (IEEE Style)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[1] Arystanbekov et al., 'Edge-Based Vision-Language Assistive System for the Visually Impaired,'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[2] Çaylı et al., 'ENVISAGE: An image captioning dataset and conformal uncertainty modeling framework,'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[3] Sudha et al., 'AI-powered BlindSpot VisionGuide system on Raspberry Pi,'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[4] Islam et al., 'Deep learning based object detection and surrounding environment description,' 2023.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[5] Gao et al., 'VI-OCR: Visually Impaired optical character recognition pipeline,'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