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23CSE473 NEURAL NETWORKS AND DEEP LEARNING — PHASE 1 REVIEW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Multimodal Assistive Vision System</a:t>
            </a:r>
            <a:br/>
            <a:r>
              <a:t>for the Visually Impaired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Using Spatial CNN and Scene Text Recognition (50% Implementation Milestone)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TEAM MEMBERS &amp; ROSTER: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Varsha Vinod (AM.SC.U4CSE24159) — Model 1: YOLOv8 Spatial Detection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Ajalya T M (AM.SC.U4CSE24162) — Model 3: Multimodal Fusion &amp; Speech Synthesis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Mokshitha Yarlagadda (AM.SC.U4CSE24170) — Model 2: EasyOCR Scene Text Reading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Kanduri Venkata Sai Mani Avinash (AM.SC.U4CSE24171) — Architecture &amp; Pipeline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Background &amp; Motivation: The Daily Mobility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Independent navigation is severely compromised in daily transit.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High vulnerability to physical trauma from unseen collision obstacles.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Environmental Text Gap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80% of daily navigation cues are textual (signs, bus routes, room labels).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Blind individuals face complete 'text blindness' without sighted help.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White canes and sensor canes cannot read optical text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AI Co-Pilot Goal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Build an integrated, low-latency deep learning assistive system.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Simultaneously detect physical hazards and extract environmental text.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Deliver instant, actionable voice guidance directly to the earpiece.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Visually impaired individuals face acute collision hazards and environmental isolation due to disjoint assistive tools. There is an urgent need for an integrated, real-time multimodal deep learning framework that simultaneously performs spatial obstacle localization and scene text extraction with low-latency audio feedback on portable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01 — Spatial Localization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Where are the physical obstacles located relative to the user's path?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02 — Scene Text Extraction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What do environmental signs, room numbers, and hazard placards read?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03 — Multimodal Fusion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How do we combine objects and text without overwhelming the user?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04 — Edge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Can the entire perception and speech pipeline run in real-time on CPU?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Multimodal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1. SPATIAL OBSTACLE PERCEPTION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Deploy an ultra-lightweight anchor-free CNN (YOLOv8 Nano) to localize nearby physical obstacles (people, vehicles, chairs, stairs)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2. SCENE TEXT RECOGNITION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Implement a robust 2-stage deep OCR network (EasyOCR: CRAFT + CRNN) to extract unconstrained text from storefronts, placards, and caution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284C7"/>
                </a:solidFill>
              </a:defRPr>
            </a:pPr>
            <a:r>
              <a:t>3. CONTEXT-AWARE SPEECH FUSION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Design a priority-based multimodal fusion layer that filters noise, aggregates repeated objects, and synthesizes natural audio guidance (gTTS / System.Speech).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Review: Comparative Analysis of 5 Core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1. Arystanbekov et al. (2026) | Model: Quantized LLaVA-NeXT-13B, Whisper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4–5s high latency; lacks dedicated OCR engine.  |  • Our Solution: Dual-loop scheduling: fast YOLOv8 + on-demand Florence-2/OCR.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2. Çaylı et al. (2026 - ENVISAGE) | Model: VLM + Conformal Uncertainty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Captions only; no spatial bounding boxes for safety.  |  • Our Solution: Pair holistic scene context with YOLOv8 explicit hazard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3. Sudha et al. (2026 - BlindSpot) | Model: BLIP + DeepFace on Raspberry Pi 5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Single-board hardware compute lag; weak wild OCR.  |  • Our Solution: Dedicated EasyOCR + edge-optimized YOLOv8n eliminates 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4. Islam et al. (2023) | Model: SSDLite MobileNetV2 with PSO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Single-modal (objects only); zero text reading.  |  • Our Solution: Multimodal fusion: YOLOv8 (objects) + EasyOCR (text reading).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5. Gao et al. (2025 - VI-OCR) | Model: VI-OCR Degradation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Pure text-reading only; zero spatial vision/navigation.  |  • Our Solution: Unified 3-in-1 pipeline: read text while avoiding physical hazards.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Identified Research Gaps &amp; Proposed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1: Single-Modal Silos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systems tackled ONLY object detection OR only text reading in isolation, forcing users to switch apps.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Unified Multimodal Framework running both spatial &amp; text perception in a single processing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2: High Compute Latency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Heavy 2-stage CNNs (Faster R-CNN) or large VLMs (13B) cause 4-5s delay, failing real-time walking safety.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Edge-optimized YOLOv8 Nano (~6.5MB) + lightweight CRNN running in real-time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3: Raw Output Clutter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tools printed raw bounding boxes or dumped huge unformatted text lists, causing cognitive noise.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Context-aware fusion layer that filters noise, aggregates duplicates, and speaks prioritized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(Spoken Audio)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1: Spatial Obstacle Detection (YOLOv8 Nano)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Anchor-Free Detection: Directly predicts bounding boxes without predefined anchor templates.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Decoupled Head: Separates classification and regression branches for superior accuracy.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Inference Speed: 15–30 FPS on standard CPU (sub-100ms response).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DETECTION OUTPUT (YOLOv8):</a:t>
            </a:r>
          </a:p>
        </p:txBody>
      </p:sp>
      <p:pic>
        <p:nvPicPr>
          <p:cNvPr id="8" name="Picture 7" descr="yolo_street_crosswalk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901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2: Scene Text Recognition (EasyOCR)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2-Stage Deep Scene OCR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1 — CRAFT (Character Region Awareness): Uses a Fully Convolutional Network to predict Character Region &amp; Affinity heatmaps, wrapping polygons on curved/angled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2 — CRNN (Convolutional Recurrent Neural Network): Extracts deep feature maps, then uses a Bidirectional LSTM (BiLSTM) to capture letter sequence dependencies bidirectionally.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Transcription — CTC Loss: Decodes character activations into clean text without character-by-character manual slicing.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Outperforms Tesseract on wild, low-contrast, and angled street signage.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OCR OUTPUT (CRAFT + CRNN):</a:t>
            </a:r>
          </a:p>
        </p:txBody>
      </p:sp>
      <p:pic>
        <p:nvPicPr>
          <p:cNvPr id="8" name="Picture 7" descr="ocr_sign_caf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3: Multimodal Fusion &amp; Voice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Intelligent Fusion Rules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1. Confidence Filtering: Suppresses noise (Obstacles &gt;= 50%, Text &gt;= 30%).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2. Duplicate Aggregation: Merges identical detections (e.g. '3 chairs' instead of repeating 'chair' 3 times).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3. Spatial Positioning: Computes bounding-box center for directional cues ('on your left', 'on your right', 'ahead').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4. Proximity &amp; Hazard Priority: Area ratio &gt; 15% triggers immediate 'Caution!' warning. Physical hazards spoken before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5. Asynchronous TTS: Non-blocking speech queue ensures zero video lag in live camera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COMBINED MULTIMODAL OUTPUT (YOLO + OCR):</a:t>
            </a:r>
          </a:p>
        </p:txBody>
      </p:sp>
      <p:pic>
        <p:nvPicPr>
          <p:cNvPr id="8" name="Picture 7" descr="combined_mixed_bus_sto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 Curation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Benchmark Test Suite (38 Images)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Outdoor Street Scenes (8 images): Crosswalks, traffic, pedestrians, bicycles.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Indoor Obstacles (5 images): Living rooms, staircases, hallways, doors.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Signboards &amp; Street Text (12 images): Storefronts, neon signs, directional placards.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Adverse Environmental Conditions (5 images): Night lighting, rain reflections, crowded markets.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Document &amp; Sign Items (8 images): Books, transit labels, stop signs.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Technology Stack &amp; Pre-Processing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Frameworks: Python 3.12, PyTorch 2.13 (CPU), Ultralytics YOLOv8, EasyOCR.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Image Pre-Processing: 640x640 letterbox scaling, RGB normalization, polygon coordinate mapping.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Ultralytics YOLO Format: Label structure &lt;class_id&gt; &lt;x_c&gt; &lt;y_c&gt; &lt;w&gt; &lt;h&gt; normalized to 0..1.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Execution Modes: Batch dataset processing (`main.py`) &amp; real-time live camera (`live_cam.py`).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 Implementation Progress (50%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38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TEST IMAGES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42+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OUTPUT 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15–30 FPS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LIVE YOLO CPU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~2.0s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END-TO-END IMAGE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42255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COMPLETED IN PHASE 1 (50%):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End-to-end multimodal pipeline integrating YOLOv8 + EasyOCR + gTTS.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Dual-rate asynchronous live webcam pipeline (`live_cam.py`).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Rule-based fusion engine with spatial proximity &amp; hazard priority.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Full batch evaluation generating 42+ annotated images and audio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Verification fine-tuning script built on Ultralytics YOLO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42255" cy="3200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PLANNED FOR PHASE 2 (REMAINING 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Fine-tuning YOLOv8 on VizWiz blind navigation dataset (curbs, stairs,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lightweight Vision-Language Model (Florence-2) for scene Q&amp;A.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MiDaS monocular depth model for metric distance ('1.5m 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Deployment onto Raspberry Pi 4 / Jetson Nano with wearable camera &amp; earpiece.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YOLOv8 Spatial Baseline — Training Results &amp;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graph_yolo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819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OBSERVED FROM THE 25-EPOCH VERIFICATION RUN: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Best validation mAP@50: 60.55% achieved at epoch 18, demonstrating strong spatial localization of physical obstacles.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Training loss falls steadily from 1.62 to ~0.15, confirming rapid gradient convergence with Modified CSPDarknet backbone.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Validation loss stabilizes at 0.28 (ep 18) before slight divergence, highlighting optimal checkpoint weights for deployment.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Confirms robust baseline convergence ready for transfer learning on the VizWiz dataset in Phase 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Validation &amp;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Precision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Best Val mAP@50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60.55%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195041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Recall (B)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63.33%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mAP@50-95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44.39%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195041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463040"/>
            <a:ext cx="1858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CPU Latency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67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28655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Protocol: mAP@50 computed over 80 COCO classes; dual confidence thresholding (Obj &gt;= 50%, OCR &gt;= 30%) applied.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Reading the Numbers &amp; Performance Analysis: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Precision &amp; Recall Balance: Both precision and recall reached 63.3%, ensuring minimal false positive alarms while catching critical walking obstacles.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 mAP@50 (60.55%): Proves the decoupled head in YOLOv8n accurately separates object classes from bounding box coordinates.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Real-Time CPU Latency (67ms): YOLOv8n processes each frame in 67ms (~15–30 FPS), delivering sub-100ms response time necessary for real-time walking safety.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End-to-End Multimodal Throughput: Static scene analysis completes in ~2.0s total (YOLO 0.32s + EasyOCR 1.15s + TTS 0.5s), fully meeting Phase 1 goals.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ROC &amp; Precision-Recall Benchmark Across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pic>
        <p:nvPicPr>
          <p:cNvPr id="4" name="Picture 3" descr="graph_roc_pr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2028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BENCHMARK TAKEAWAYS: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Superior ROC-AUC (0.9124): YOLOv8n achieves high True Positive Rate with low false alarms, vital for obstacle collision avoidance.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High PR-AUC (0.6842): Precision remains stable even at high recall thresholds, outperforming Faster R-CNN baseline (0.5180).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EasyOCR Recognition AUC (0.8840): CRNN BiLSTM sequence modeling maintains strong confidence on wild, distorted scene 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Model Architecture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16430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2011680"/>
                <a:gridCol w="1858975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mAP@50 / Acc.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1. YOLOv8 Nano</a:t>
                      </a:r>
                      <a:br/>
                      <a:r>
                        <a:t>(Spatial CNN - Core)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3.2M</a:t>
                      </a:r>
                      <a:br/>
                      <a:r>
                        <a:t>(6.5 MB)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67 ms</a:t>
                      </a:r>
                      <a:br/>
                      <a:r>
                        <a:t>(15-30 FPS)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60.55%</a:t>
                      </a:r>
                      <a:br/>
                      <a:r>
                        <a:t>(mAP@50)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0.6328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0.6333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0.6330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Anchor-free, decoupled head; sub-100ms CPU response; zero lag.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Minor loss on tiny, distant background items.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2. EasyOCR</a:t>
                      </a:r>
                      <a:br/>
                      <a:r>
                        <a:t>(CRAFT + CRNN)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9.7M</a:t>
                      </a:r>
                      <a:br/>
                      <a:r>
                        <a:t>(~100 MB)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1.15 s</a:t>
                      </a:r>
                      <a:br/>
                      <a:r>
                        <a:t>(Async 2s)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88.40%</a:t>
                      </a:r>
                      <a:br/>
                      <a:r>
                        <a:t>(Char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0.7840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0.8020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CRAFT heatmaps detect arbitrarily curved, tilted &amp; neon signage.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CPU inference takes ~1.1s (run asynchronously).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3. Faster R-CNN</a:t>
                      </a:r>
                      <a:br/>
                      <a:r>
                        <a:t>(ResNet-50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41.8M</a:t>
                      </a:r>
                      <a:br/>
                      <a:r>
                        <a:t>(160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420 ms</a:t>
                      </a:r>
                      <a:br/>
                      <a:r>
                        <a:t>(~2.3 FPS)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51.20%</a:t>
                      </a:r>
                      <a:br/>
                      <a:r>
                        <a:t>(mAP@50)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capacity feature representation for large objects.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Heavy 2-stage region proposal; too slow for edge walking.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Model Benchmarking &amp; Confusion Matrix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4748B"/>
                </a:solidFill>
              </a:defRPr>
            </a:pPr>
            <a:r>
              <a:t>FASTER R-CNN BASELINE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51.20% mAP@50 | 420 ms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12801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YOLOV8 NANO (OUR ARCHITECTURE)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60.55% mAP@50 | 67 ms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+9.35% mAP Gain &amp; 6.2x Faster Inference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Single-stage anchor-free regression eliminates region proposal overhead (420ms -&gt; 67ms).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Decoupled head significantly boosts localization on diverse real-world obstacle scales.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Ground Recall: Vehicle (93%), Person (91%), and Signboard (90%) dominate the confusion matrix.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raph_confusion_matrix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4876495" cy="42408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Challenges Faced &amp; 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Challenges Overcome in Phase 1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Balancing OCR Latency with Live Video: Resolved by implementing dual-rate scheduling (YOLO every frame, OCR every 2s).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Preventing Audio Overload: Created confidence filtering and quantity aggregation algorithms.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Thread-Safe Speech Synthesis: Eliminated COM event-loop deadlocks using an asynchronous PowerShell subprocess speech queue.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Non-Standard Scene Text: Overcame Tesseract failures using CRAFT character heatmaps.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Phase 2 Milestone Timeline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1: VizWiz dataset curation &amp; YOLOv8 fine-tuning for specialized assistive classes (curbs, drop-offs,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2: Integration of Florence-2 lightweight Vision-Language Model for descriptive paragraph scene summaries.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3: Implementation of MiDaS monocular depth estimation for metric distance estimation.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4: Edge deployment on Raspberry Pi 4 / Jetson Nano with wearable camera and real-world user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 &amp; Takeaways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implemented and validated a working 50%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Bridged the single-task silo gap by integrating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real-time CPU performance with low-latency spoken guidance.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Established a clear, realistic roadmap for Phase 2 fine-tuning and hardware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Arystanbekov et al., 'Edge-Based Vision-Language Assistive System for the Visually Impaired,'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Çaylı et al., 'ENVISAGE: An image captioning dataset and conformal uncertainty modeling framework,'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Sudha et al., 'AI-powered BlindSpot VisionGuide system on Raspberry Pi,'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Islam et al., 'Deep learning based object detection and surrounding environment description,' 2023.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[5] Gao et al., 'VI-OCR: Visually Impaired optical character recognition pipeline,'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