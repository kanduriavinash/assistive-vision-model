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23CSE473 NEURAL NETWORKS AND DEEP LEARNING | PHASE 1 REVIEW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Multimodal Assistive Vision System for the Visually Impaired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Using Spatial CNN and Vision-Language Architectures (50% Implementation)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98142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TEAM MEMBERS: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1. Varsha Vinod (AM.SC.U4CSE24159)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2. Ajalya T M (AM.SC.U4CSE24162)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3. Mokshitha Yarlagadda (AM.SC.U4CSE24170)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4. Kanduri Venkata Sai Mani Avinash (AM.SC.U4CSE24171)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Background &amp; Motivation: Navigational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The Scale of the Problem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Over 2.2 billion people globally live with visual impairments.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Traditional white canes only detect obstacles at foot level on contact.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No awareness of elevated obstacles, moving hazards, or signs.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High vulnerability to physical injuries in daily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The Information Gap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Over 80% of daily navigational cues are textual (signs, room numbers, bus routes).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Smart ultrasonic canes only beep without identifying the object.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Blind individuals cannot distinguish a person, chair, or approaching vehicle.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Complete lack of environmental text reading in current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284C7"/>
                </a:solidFill>
              </a:defRPr>
            </a:pPr>
            <a:r>
              <a:t>Our Core Motivation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Build a real-time 'AI Co-Pilot' for visually impaired users.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Unify spatial obstacle localization with scene text reading.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Provide instant, natural audio guidance via earpiece.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Ensure low computational latency suitable for edge/portable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PROBLEM STATEMENT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Visually impaired individuals face acute mobility risks and environmental blindness due to isolated assistive systems. There is an urgent need for an integrated, real-time multimodal deep learning framework that simultaneously performs spatial obstacle localization and scene text extraction with low-latency audio feedback on portable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413455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3047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1. Spatial Obstacle Localization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Deploy a lightweight CNN (YOLOv8n) to detect people, vehicles, furniture, and path hazards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49039"/>
            <a:ext cx="3413455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3047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2. Scene Text Extraction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Utilize a robust CRNN (EasyOCR) to read unconstrained storefront signs, room labels, and directions.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749039"/>
            <a:ext cx="3413455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931920"/>
            <a:ext cx="3047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3. Multimodal Audio Fusion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Synthesize spatial hazards and textual information into prioritized, concise spoken audio alerts (gTTS).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Literature Review: Identifying Critical Research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18001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1: Single-Modal Silos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Prior Work: Most papers address ONLY object detection OR only text reading in isolation.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Our Solution: Unified multimodal framework running both spatial &amp; text perception in a single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10728655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1018001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2: High Computational Latency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Prior Work: Utilized heavy 2-stage CNNs (Faster R-CNN) or large Transformers requiring GPU servers.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Our Solution: Edge-optimized YOLOv8 Nano (~6.5MB) + lightweight CRNN for fast CPU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8655" cy="1417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1018001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3: Raw Data vs Actionable Speech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Prior Work: Systems outputted raw bounding boxes or huge text dumps without filtering.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Our Solution: Context-aware fusion layer that prioritizes hazards and generates clear audio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Proposed System Architecture &amp;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1. CAMERA INPUT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Continuous video/image stream from wearable or phone camera.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2A. SPATIAL CNN</a:t>
            </a:r>
            <a:br/>
            <a:r>
              <a:t>(YOLOv8 Nano)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Detects nearby physical obstacles (people, cars, chairs, stairs).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2B. SCENE OCR</a:t>
            </a:r>
            <a:br/>
            <a:r>
              <a:t>(CRAFT + CRNN)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Extracts unconstrained text from store signs, room labels, 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49905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103120"/>
            <a:ext cx="21332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3. FUSION &amp; TTS</a:t>
            </a:r>
            <a:br/>
            <a:r>
              <a:t>(gTTS Speech)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Merges hazards + text into prioritized spoken audio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1: Spatial Object Detection (YOLOv8 Nano)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YOLOv8 Architecture Highlights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Model Variant: YOLOv8n (Nano) — Ultra-lightweight (~6.5 MB).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Anchor-Free Detection: Predicts bounding boxes directly from center points without predefined anchor boxes.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Decoupled Head: Separates classification and regression branches for superior feature representation.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Pre-trained on COCO dataset (80 object classes for indoor/outdoor navigation).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Optimized for high-speed inference on CPU without dedicated GPU.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How the CNN Processes Images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1. Backbone (Modified CSPDarknet53): Multi-scale feature extraction across image resolutions.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2. Neck (PANet): Path aggregation network fusing high-level semantics with low-level spatial detail.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3. Head: Decoupled anchor-free output predicting Class Probabilities + Bounding Box [x1, y1, x2, y2].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4. Output: Real-time list of obstacles with confidence scores (e.g., 'chair: 87%', 'person: 92%').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2: Optical Character Recognition (EasyOCR)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E7490"/>
                </a:solidFill>
              </a:defRPr>
            </a:pPr>
            <a:r>
              <a:t>Two-Stage Deep OCR Pipeline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Stage 1 — CRAFT (Character Region Awareness for Text Detection):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CNN-based text detector finding arbitrary text boxes.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Robust against low resolution, angled signs, and uneven lighting.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Stage 2 — CRNN (Convolutional Recurrent Neural Network):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CNN feature extraction + BiLSTM sequence modeling.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• CTC (Connectionist Temporal Classification) Loss for sequence decoding without manual character segmentation.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Why EasyOCR Over Tesseract?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Tesseract assumes flat, printed document scans with uniform white backgrounds.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In outdoor navigation, text is natural scene text (curved signs, neon lights, motion blur).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EasyOCR's deep CRNN model delivers high accuracy on complex scene signboards.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Output: Text bounding polygon, extracted string, and confidence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Module 3: Multimodal Fusion &amp; Voice Guidance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1. Confidence Filtering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Filters out noise and false alarms.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Minimum 50% confidence for physical obstacles.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Minimum 30% confidence for detected text fragments.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2. Spatial Aggregation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Aggregates duplicate detections into concise summaries.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E.g., '2 chairs and 1 person' instead of repetitive alerts.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Prioritizes collision hazards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3. Speech Synthesis (gTTS)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Converts unified structured guidance into natural speech.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Saves to MP3 and streams directly to user's earpiece.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Low computational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Dataset Curation &amp; Evaluation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Street Scenes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Pedestrian crosswalks, traffic, sidewalk hazards, vehicles, moving bicycles.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YOLOv8 outdoor obstacle avoidance.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Indoor Spaces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Rooms, staircases, hallways, kitchen hazards, doors, furniture.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indoor navigation and collision prevention.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Signboards &amp; Text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Storefronts, neon signs, road signs, cafe menus, directional placards.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EasyOCR accuracy on unconstrained scene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Category: Mixed / Challenging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Contents: Bus stops, crowded markets, night scenes, rainy conditions.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• Purpose: Tests full pipeline robustness under environmental stress.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50% Implementation Progress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Finalized multimodal system architecture and mathematical foundations.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Implemented Module 1: YOLOv8n object detection pipeline (yolo_detection.py).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Implemented Module 2: EasyOCR CRAFT+CRNN text recognition pipeline (ocr_reader.py).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Implemented Module 3: Multimodal fusion layer &amp; gTTS voice synthesizer (main.py).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Built multi-category evaluation benchmark (Street, Indoor, Signs, Mixed scenes).</a:t>
            </a:r>
          </a:p>
          <a:p>
            <a:pPr>
              <a:defRPr sz="1300" b="1">
                <a:solidFill>
                  <a:srgbClr val="0E7490"/>
                </a:solidFill>
              </a:defRPr>
            </a:pPr>
            <a:r>
              <a:t>[COMPLETED] Generated 40+ validated visual annotation outputs &amp; spoken audio guidance files.</a:t>
            </a:r>
          </a:p>
          <a:p>
            <a:pPr>
              <a:defRPr sz="1300" b="0">
                <a:solidFill>
                  <a:srgbClr val="64748B"/>
                </a:solidFill>
              </a:defRPr>
            </a:pPr>
            <a:r>
              <a:t>[PENDING - Phase 2] Domain-specific fine-tuning on blind navigation datasets (VizWiz).</a:t>
            </a:r>
          </a:p>
          <a:p>
            <a:pPr>
              <a:defRPr sz="1300" b="0">
                <a:solidFill>
                  <a:srgbClr val="64748B"/>
                </a:solidFill>
              </a:defRPr>
            </a:pPr>
            <a:r>
              <a:t>[PENDING - Phase 2] Vision-Language Model (VLM) integration for deep scene description.</a:t>
            </a:r>
          </a:p>
          <a:p>
            <a:pPr>
              <a:defRPr sz="1300" b="0">
                <a:solidFill>
                  <a:srgbClr val="64748B"/>
                </a:solidFill>
              </a:defRPr>
            </a:pPr>
            <a:r>
              <a:t>[PENDING - Phase 2] Monocular depth estimation &amp; edge device hardware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Preliminary Results: Multimodal Outputs &amp; Audio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Scenario 1: Bus Stop Navigation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 Detections: 'person' (91%), 'car' (88%), 'bench' (76%).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EasyOCR Text: 'Bus Stop', 'Line 42'.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Spoken Output: 'Caution: 1 car, 1 person detected nearby. Text detected: Bus Stop.'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Scenario 2: Indoor Room Safety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 Detections: 'chair' (89%), 'dining table' (84%), 'bottle' (78%).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EasyOCR Text: No readable text detected.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Spoken Output: 'Caution: 2 chairs and 1 table detected nearby.'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0476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Scenario 3: Storefront &amp; Direction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 Detections: 'person' (85%), 'potted plant' (72%).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EasyOCR Text: 'Coffee Shop', 'Open', 'Exit'.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Spoken Output: 'Text detected nearby: Coffee Shop, Open, Exit.'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Roadmap for Phase 2: Completing the Remaining 50%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1. Dataset Fine-Tuning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Fine-tune YOLOv8 on VizWiz &amp; Roboflow Blind Navigation datasets to specialize in assistive classes: stairs, curbs, potholes, low doors.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4436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2. Vision-Language Model (VLM)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Integrate a lightweight VLM (e.g. BLIP-2 / MiniGPT-4) to provide natural contextual descriptions of complex scenes.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3308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3. Monocular Depth Estimation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Integrate MiDaS depth model to estimate distance in meters so speech output specifies exact proximity (e.g. 'Chair 1.5m ahead').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21808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4. Hardware &amp; Live Camera Deployment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Deploy the full pipeline to edge hardware (Raspberry Pi 4 / Jetson Nano / Mobile App) with continuous real-time live feed processing.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23CSE473 - NEURAL NETWORKS &amp; DEEP LEARNING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IEEE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Phase 1 Summary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Successfully established a working multimodal assistive vision architecture.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Solved the research gap of single-task silos by bridging spatial CNN detection with CRNN scene text extraction.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Verified end-to-end execution on CPU hardware with voice guidance generation.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Clear, structured roadmap established for Phase 2 fine-tuning and hardware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Key References (IEEE Style)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[1] J. Redmon et al., 'You Only Look Once: Unified, Real-Time Object Detection,' IEEE CVPR, 2016.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[2] Y. Baek et al., 'Character Region Awareness for Text Detection (CRAFT),' IEEE CVPR, 2019.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[3] B. Shi et al., 'An End-to-End Trainable Neural Network for Image-based Sequence Recognition,' IEEE TPAMI, 2016.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[4] D. Gurari et al., 'VizWiz Grand Challenge: Answering Visual Questions from Blind People,' IEEE CVPR,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